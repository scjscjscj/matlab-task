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77182-2D25-4D9E-94EB-FBD5852257DD}" v="5" dt="2026-03-17T06:08:59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jun Shi" userId="20f0146034532709" providerId="LiveId" clId="{320721C8-4C8A-4DA4-864C-46DD7243F548}"/>
    <pc:docChg chg="custSel modSld">
      <pc:chgData name="Chunjun Shi" userId="20f0146034532709" providerId="LiveId" clId="{320721C8-4C8A-4DA4-864C-46DD7243F548}" dt="2026-03-17T06:09:14.389" v="20" actId="1076"/>
      <pc:docMkLst>
        <pc:docMk/>
      </pc:docMkLst>
      <pc:sldChg chg="modSp mod">
        <pc:chgData name="Chunjun Shi" userId="20f0146034532709" providerId="LiveId" clId="{320721C8-4C8A-4DA4-864C-46DD7243F548}" dt="2026-03-17T06:08:09.380" v="11" actId="14100"/>
        <pc:sldMkLst>
          <pc:docMk/>
          <pc:sldMk cId="2541790457" sldId="256"/>
        </pc:sldMkLst>
        <pc:spChg chg="mod">
          <ac:chgData name="Chunjun Shi" userId="20f0146034532709" providerId="LiveId" clId="{320721C8-4C8A-4DA4-864C-46DD7243F548}" dt="2026-03-17T06:08:09.380" v="11" actId="14100"/>
          <ac:spMkLst>
            <pc:docMk/>
            <pc:sldMk cId="2541790457" sldId="256"/>
            <ac:spMk id="4" creationId="{7FC3709C-CBB2-E6F4-BF01-F515EF8C19CE}"/>
          </ac:spMkLst>
        </pc:spChg>
      </pc:sldChg>
      <pc:sldChg chg="modSp">
        <pc:chgData name="Chunjun Shi" userId="20f0146034532709" providerId="LiveId" clId="{320721C8-4C8A-4DA4-864C-46DD7243F548}" dt="2026-03-17T06:08:34.500" v="12"/>
        <pc:sldMkLst>
          <pc:docMk/>
          <pc:sldMk cId="1010608178" sldId="257"/>
        </pc:sldMkLst>
        <pc:spChg chg="mod">
          <ac:chgData name="Chunjun Shi" userId="20f0146034532709" providerId="LiveId" clId="{320721C8-4C8A-4DA4-864C-46DD7243F548}" dt="2026-03-17T06:08:34.500" v="12"/>
          <ac:spMkLst>
            <pc:docMk/>
            <pc:sldMk cId="1010608178" sldId="257"/>
            <ac:spMk id="4" creationId="{01CB984E-517B-9EA2-F7AC-9728177EB0CC}"/>
          </ac:spMkLst>
        </pc:spChg>
      </pc:sldChg>
      <pc:sldChg chg="modSp mod">
        <pc:chgData name="Chunjun Shi" userId="20f0146034532709" providerId="LiveId" clId="{320721C8-4C8A-4DA4-864C-46DD7243F548}" dt="2026-03-17T06:08:47.906" v="15" actId="1076"/>
        <pc:sldMkLst>
          <pc:docMk/>
          <pc:sldMk cId="178665422" sldId="258"/>
        </pc:sldMkLst>
        <pc:spChg chg="mod">
          <ac:chgData name="Chunjun Shi" userId="20f0146034532709" providerId="LiveId" clId="{320721C8-4C8A-4DA4-864C-46DD7243F548}" dt="2026-03-17T06:08:47.906" v="15" actId="1076"/>
          <ac:spMkLst>
            <pc:docMk/>
            <pc:sldMk cId="178665422" sldId="258"/>
            <ac:spMk id="4" creationId="{067D8F1C-22D9-0BEC-A480-F90325F7C91F}"/>
          </ac:spMkLst>
        </pc:spChg>
      </pc:sldChg>
      <pc:sldChg chg="delSp modSp mod">
        <pc:chgData name="Chunjun Shi" userId="20f0146034532709" providerId="LiveId" clId="{320721C8-4C8A-4DA4-864C-46DD7243F548}" dt="2026-03-17T06:09:08.680" v="19" actId="478"/>
        <pc:sldMkLst>
          <pc:docMk/>
          <pc:sldMk cId="120196882" sldId="259"/>
        </pc:sldMkLst>
        <pc:spChg chg="mod">
          <ac:chgData name="Chunjun Shi" userId="20f0146034532709" providerId="LiveId" clId="{320721C8-4C8A-4DA4-864C-46DD7243F548}" dt="2026-03-17T06:09:01.891" v="17" actId="14100"/>
          <ac:spMkLst>
            <pc:docMk/>
            <pc:sldMk cId="120196882" sldId="259"/>
            <ac:spMk id="4" creationId="{EDFC012A-232D-4F2D-FAFF-7ABA5EF769C2}"/>
          </ac:spMkLst>
        </pc:spChg>
        <pc:spChg chg="del">
          <ac:chgData name="Chunjun Shi" userId="20f0146034532709" providerId="LiveId" clId="{320721C8-4C8A-4DA4-864C-46DD7243F548}" dt="2026-03-17T06:09:06.967" v="18" actId="478"/>
          <ac:spMkLst>
            <pc:docMk/>
            <pc:sldMk cId="120196882" sldId="259"/>
            <ac:spMk id="73" creationId="{6580F7D1-56C3-E91E-0877-DBFBD30A0868}"/>
          </ac:spMkLst>
        </pc:spChg>
        <pc:spChg chg="del">
          <ac:chgData name="Chunjun Shi" userId="20f0146034532709" providerId="LiveId" clId="{320721C8-4C8A-4DA4-864C-46DD7243F548}" dt="2026-03-17T06:09:08.680" v="19" actId="478"/>
          <ac:spMkLst>
            <pc:docMk/>
            <pc:sldMk cId="120196882" sldId="259"/>
            <ac:spMk id="77" creationId="{BE4BF6F9-FD4A-A0A4-C091-835C8CA3551B}"/>
          </ac:spMkLst>
        </pc:spChg>
        <pc:spChg chg="del">
          <ac:chgData name="Chunjun Shi" userId="20f0146034532709" providerId="LiveId" clId="{320721C8-4C8A-4DA4-864C-46DD7243F548}" dt="2026-03-17T06:09:06.967" v="18" actId="478"/>
          <ac:spMkLst>
            <pc:docMk/>
            <pc:sldMk cId="120196882" sldId="259"/>
            <ac:spMk id="94" creationId="{8B080BB0-D5C3-7FE4-915E-ACEF5DC39BF2}"/>
          </ac:spMkLst>
        </pc:spChg>
        <pc:spChg chg="del">
          <ac:chgData name="Chunjun Shi" userId="20f0146034532709" providerId="LiveId" clId="{320721C8-4C8A-4DA4-864C-46DD7243F548}" dt="2026-03-17T06:09:06.967" v="18" actId="478"/>
          <ac:spMkLst>
            <pc:docMk/>
            <pc:sldMk cId="120196882" sldId="259"/>
            <ac:spMk id="95" creationId="{E4C91DD6-4F08-2947-3AC0-A8D86533342B}"/>
          </ac:spMkLst>
        </pc:spChg>
        <pc:cxnChg chg="del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64" creationId="{D6A88330-C09C-861F-626D-DFCC744E2BDB}"/>
          </ac:cxnSpMkLst>
        </pc:cxnChg>
        <pc:cxnChg chg="del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70" creationId="{3D6909E2-4759-1FDD-EF07-8543DCBA24F0}"/>
          </ac:cxnSpMkLst>
        </pc:cxnChg>
        <pc:cxnChg chg="del mod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75" creationId="{6DD2ADC7-92FF-0530-3642-271A492AF89E}"/>
          </ac:cxnSpMkLst>
        </pc:cxnChg>
        <pc:cxnChg chg="del mod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79" creationId="{C78516DC-C2E4-169B-1C5A-0334866B9A18}"/>
          </ac:cxnSpMkLst>
        </pc:cxnChg>
        <pc:cxnChg chg="del mod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81" creationId="{306EB843-8A6D-1489-68E3-DE197A581BD7}"/>
          </ac:cxnSpMkLst>
        </pc:cxnChg>
        <pc:cxnChg chg="del mod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83" creationId="{737478D3-9D2B-A9B4-15C7-358781808DE2}"/>
          </ac:cxnSpMkLst>
        </pc:cxnChg>
        <pc:cxnChg chg="del">
          <ac:chgData name="Chunjun Shi" userId="20f0146034532709" providerId="LiveId" clId="{320721C8-4C8A-4DA4-864C-46DD7243F548}" dt="2026-03-17T06:09:06.967" v="18" actId="478"/>
          <ac:cxnSpMkLst>
            <pc:docMk/>
            <pc:sldMk cId="120196882" sldId="259"/>
            <ac:cxnSpMk id="87" creationId="{264A0917-BFA3-F5BF-9C22-DE0CE27A32C1}"/>
          </ac:cxnSpMkLst>
        </pc:cxnChg>
      </pc:sldChg>
      <pc:sldChg chg="modSp mod">
        <pc:chgData name="Chunjun Shi" userId="20f0146034532709" providerId="LiveId" clId="{320721C8-4C8A-4DA4-864C-46DD7243F548}" dt="2026-03-17T06:09:14.389" v="20" actId="1076"/>
        <pc:sldMkLst>
          <pc:docMk/>
          <pc:sldMk cId="2327026971" sldId="260"/>
        </pc:sldMkLst>
        <pc:spChg chg="mod">
          <ac:chgData name="Chunjun Shi" userId="20f0146034532709" providerId="LiveId" clId="{320721C8-4C8A-4DA4-864C-46DD7243F548}" dt="2026-03-17T06:09:14.389" v="20" actId="1076"/>
          <ac:spMkLst>
            <pc:docMk/>
            <pc:sldMk cId="2327026971" sldId="260"/>
            <ac:spMk id="4" creationId="{CECF0ED7-254C-6402-FDE5-27B85C1728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8A0FA-6B7D-50D8-A8F5-9799BC911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59E669-89C7-B567-2C7E-55195108A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AA095-E79B-678A-F4F1-281C96B4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BE532-71BA-54F1-E1C6-56C57D2B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D2300-A290-611F-0608-D13C9E10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3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AA765-5CC4-A7B5-6B19-2EECD9AC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EDD06-9A8E-0087-F7A9-C4F2BD00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7FA37-989A-8779-35EE-77C49185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03FBC-331F-ACDF-B8B6-383AB466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26D23-B45F-2B9E-CB9F-E4CBB4C2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9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7B722-F1F1-AB58-77C8-AD42E93B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53E938-AFA3-9163-E438-5A43C0C63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3DBEB-DB45-ED1E-633F-6C835C340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3EEB90-02CE-4133-BB63-7CA13CB1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86EDD-57E6-4385-F89D-CE94CA9D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1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FA09D-5C3F-9959-818A-4453D1DE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D9E01-241C-B51A-A4A1-4F6FF180B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C82090-ECD6-E668-8508-ECE9592B6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2F3309-B0D3-7D54-0F5C-90527C78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914B0D-278A-AD78-021E-D828D1F8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DAE1D0-24ED-7B71-64FA-1463DEC5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5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1BD0B-F0F4-4226-667A-8E27F356B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D0970-657D-482D-ECA3-38BB7A88F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DAAC37-A51E-E76B-137E-38A6BA25A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EDF584-20D5-0FED-E420-1FCAE6EF9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E3B89E-1FDC-8BE8-6EE4-BC6359F72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213722-F418-4CD0-611A-6D9D30D7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6CEB4D-6D8E-9683-4AB8-EB2B715A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A7EC09-1C1A-5F81-6E69-0A2DFB1F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9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1FFB7-37FC-C4D6-5060-CEAECFCB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A87462-02EC-1951-609F-E899E4F0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0D42B2-9404-3967-BDBF-21914486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A2E2E-F651-C565-84B1-C65B3D8F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9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083FA-FCF4-ACF0-B994-13D50A49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2C1A02-6332-B10E-F01D-273046C9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EB50DC-574A-5585-9BF6-DDD89C35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5402E-6E8F-7673-70DA-3D142101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BE221B-F296-399A-8A6D-C3051842F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B7F68E-73C2-5718-4ED9-2F2B17539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B6526A-CB06-B862-7549-8D9D1988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2DD985-70D5-6385-9045-987D70FC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AE4063-277D-6F3A-C0C1-7F84DA60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5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F3D88-541F-ACBC-8143-92D4060A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46387F-F15F-D001-595A-2DFEAA75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22FC44-6811-5EBA-DE99-77A4A1884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001CF1-D813-58D5-1967-607FA14A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1798E-BE9C-3CA6-998F-FA5AD807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F1602D-7E19-F4AA-AF0F-DE5CC29C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9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A82F4-269B-62B6-522C-2FB693D4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B616D6-82BC-740A-BC71-C68D612C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82A788-249B-1E21-DE8B-B7BDDDFB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6E9AF-AB12-ACC9-59AF-DEBF00E7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1BFD2-553D-8484-CC35-790DFDC0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58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B7BA7C-7EBF-7DAC-9562-103865239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93993-D118-D84D-5AF6-5799CEA0B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547C7-2366-ABDD-3521-86650326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C48A2-55FC-BE32-ADA1-EE69F646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6EFB3-984B-EC91-55CF-F59ADB49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28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08DB52-0D61-0FAD-111D-186F0F39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69B9C-BE80-713C-E76C-60A9D5C1F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76B752-6CF5-D3F2-2444-F4A81360A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37516-BA84-4D97-9BE2-FDB3E0FF38B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E4F14-4E4A-E108-DD30-4A46DB9CD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F701D-0881-077A-A8AC-AE63CEC65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9F1D2-471D-4517-AB8C-FBDF822535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4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FC3709C-CBB2-E6F4-BF01-F515EF8C19CE}"/>
              </a:ext>
            </a:extLst>
          </p:cNvPr>
          <p:cNvSpPr txBox="1"/>
          <p:nvPr/>
        </p:nvSpPr>
        <p:spPr>
          <a:xfrm>
            <a:off x="162628" y="85359"/>
            <a:ext cx="666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Preliminary, Step 1, Connect the positive and negative poles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C9BC94-EAB9-7769-21BA-564B5EED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03" y="762041"/>
            <a:ext cx="6276717" cy="42105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1B5A17C-7CA9-61D3-E1DB-D0ED4D8AB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219" y="943772"/>
            <a:ext cx="2857500" cy="4467225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6B0F97C-C280-4252-8EFD-D2CA37E4CC98}"/>
              </a:ext>
            </a:extLst>
          </p:cNvPr>
          <p:cNvCxnSpPr/>
          <p:nvPr/>
        </p:nvCxnSpPr>
        <p:spPr>
          <a:xfrm flipV="1">
            <a:off x="3307796" y="460827"/>
            <a:ext cx="0" cy="25830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7B84CF4-1262-FF74-8467-575CC234D247}"/>
              </a:ext>
            </a:extLst>
          </p:cNvPr>
          <p:cNvCxnSpPr>
            <a:cxnSpLocks/>
          </p:cNvCxnSpPr>
          <p:nvPr/>
        </p:nvCxnSpPr>
        <p:spPr>
          <a:xfrm>
            <a:off x="3307796" y="460827"/>
            <a:ext cx="52593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C310A9B-3845-69B9-5284-5BBC48FC9980}"/>
              </a:ext>
            </a:extLst>
          </p:cNvPr>
          <p:cNvCxnSpPr/>
          <p:nvPr/>
        </p:nvCxnSpPr>
        <p:spPr>
          <a:xfrm>
            <a:off x="8579404" y="460827"/>
            <a:ext cx="0" cy="8524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D82F575-3F47-FDEF-6725-4BDC364A3D95}"/>
              </a:ext>
            </a:extLst>
          </p:cNvPr>
          <p:cNvCxnSpPr/>
          <p:nvPr/>
        </p:nvCxnSpPr>
        <p:spPr>
          <a:xfrm>
            <a:off x="3129826" y="3043909"/>
            <a:ext cx="177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456889C-79B4-A6D8-D031-53C5FE9399FE}"/>
              </a:ext>
            </a:extLst>
          </p:cNvPr>
          <p:cNvCxnSpPr>
            <a:cxnSpLocks/>
          </p:cNvCxnSpPr>
          <p:nvPr/>
        </p:nvCxnSpPr>
        <p:spPr>
          <a:xfrm>
            <a:off x="5553906" y="2602051"/>
            <a:ext cx="24670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6E85AB0-FAAB-26DE-136B-C7209D624F4A}"/>
              </a:ext>
            </a:extLst>
          </p:cNvPr>
          <p:cNvCxnSpPr>
            <a:cxnSpLocks/>
          </p:cNvCxnSpPr>
          <p:nvPr/>
        </p:nvCxnSpPr>
        <p:spPr>
          <a:xfrm flipV="1">
            <a:off x="8020945" y="1969948"/>
            <a:ext cx="0" cy="638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EB5C8BF-4791-A138-262F-9E97C6054158}"/>
              </a:ext>
            </a:extLst>
          </p:cNvPr>
          <p:cNvCxnSpPr/>
          <p:nvPr/>
        </p:nvCxnSpPr>
        <p:spPr>
          <a:xfrm>
            <a:off x="8027082" y="1969948"/>
            <a:ext cx="8775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13EEB40-552B-D7F0-558E-3D80B09B45BB}"/>
              </a:ext>
            </a:extLst>
          </p:cNvPr>
          <p:cNvCxnSpPr>
            <a:cxnSpLocks/>
          </p:cNvCxnSpPr>
          <p:nvPr/>
        </p:nvCxnSpPr>
        <p:spPr>
          <a:xfrm flipH="1" flipV="1">
            <a:off x="8892387" y="1313299"/>
            <a:ext cx="12273" cy="6566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7597459-55EE-8077-8C5B-44279B752DCA}"/>
              </a:ext>
            </a:extLst>
          </p:cNvPr>
          <p:cNvCxnSpPr/>
          <p:nvPr/>
        </p:nvCxnSpPr>
        <p:spPr>
          <a:xfrm flipH="1">
            <a:off x="8738964" y="1313299"/>
            <a:ext cx="1656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90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EF87D-AB0C-2880-BE82-7B0BD464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CB984E-517B-9EA2-F7AC-9728177EB0CC}"/>
              </a:ext>
            </a:extLst>
          </p:cNvPr>
          <p:cNvSpPr txBox="1"/>
          <p:nvPr/>
        </p:nvSpPr>
        <p:spPr>
          <a:xfrm>
            <a:off x="92053" y="233202"/>
            <a:ext cx="417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PRE, Step 2, Connect the LED circuit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4B87CD8-8C2A-5647-2F21-C761FE40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431" b="54367"/>
          <a:stretch>
            <a:fillRect/>
          </a:stretch>
        </p:blipFill>
        <p:spPr>
          <a:xfrm>
            <a:off x="4879957" y="882404"/>
            <a:ext cx="3298462" cy="45773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3FCB56B-AF35-B531-EDA3-A948A73A5969}"/>
              </a:ext>
            </a:extLst>
          </p:cNvPr>
          <p:cNvSpPr/>
          <p:nvPr/>
        </p:nvSpPr>
        <p:spPr>
          <a:xfrm>
            <a:off x="6640139" y="2146515"/>
            <a:ext cx="177971" cy="600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77D0554-3673-2513-6DE2-D78CC4E6665F}"/>
              </a:ext>
            </a:extLst>
          </p:cNvPr>
          <p:cNvCxnSpPr>
            <a:cxnSpLocks/>
          </p:cNvCxnSpPr>
          <p:nvPr/>
        </p:nvCxnSpPr>
        <p:spPr>
          <a:xfrm flipV="1">
            <a:off x="6722986" y="2734424"/>
            <a:ext cx="0" cy="490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C34CB76-A0FB-CA4E-652E-6613B8A16BAA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729124" y="1974711"/>
            <a:ext cx="1" cy="1718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01BDCCC-758B-0136-1E0C-C059FB1DD41D}"/>
              </a:ext>
            </a:extLst>
          </p:cNvPr>
          <p:cNvCxnSpPr>
            <a:cxnSpLocks/>
          </p:cNvCxnSpPr>
          <p:nvPr/>
        </p:nvCxnSpPr>
        <p:spPr>
          <a:xfrm flipH="1">
            <a:off x="5643033" y="1974711"/>
            <a:ext cx="10860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C09F820E-BE2A-7520-125B-88F0BB5BFB42}"/>
              </a:ext>
            </a:extLst>
          </p:cNvPr>
          <p:cNvSpPr/>
          <p:nvPr/>
        </p:nvSpPr>
        <p:spPr>
          <a:xfrm>
            <a:off x="7047988" y="3074903"/>
            <a:ext cx="488140" cy="48800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0ACA5CA-1FA4-9795-491D-882220A388EA}"/>
              </a:ext>
            </a:extLst>
          </p:cNvPr>
          <p:cNvCxnSpPr>
            <a:cxnSpLocks/>
          </p:cNvCxnSpPr>
          <p:nvPr/>
        </p:nvCxnSpPr>
        <p:spPr>
          <a:xfrm flipH="1">
            <a:off x="5339114" y="3714609"/>
            <a:ext cx="1714160" cy="16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E13318B1-2B3B-052B-5D8A-30B9FC0C0ECC}"/>
              </a:ext>
            </a:extLst>
          </p:cNvPr>
          <p:cNvSpPr txBox="1"/>
          <p:nvPr/>
        </p:nvSpPr>
        <p:spPr>
          <a:xfrm>
            <a:off x="7292058" y="2804939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116575-1DC1-5C8D-CDA9-F3A65B60EB41}"/>
              </a:ext>
            </a:extLst>
          </p:cNvPr>
          <p:cNvSpPr txBox="1"/>
          <p:nvPr/>
        </p:nvSpPr>
        <p:spPr>
          <a:xfrm>
            <a:off x="7330571" y="3470418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786AB90-F312-F520-5B87-67B05F1BF3E3}"/>
              </a:ext>
            </a:extLst>
          </p:cNvPr>
          <p:cNvCxnSpPr>
            <a:cxnSpLocks/>
          </p:cNvCxnSpPr>
          <p:nvPr/>
        </p:nvCxnSpPr>
        <p:spPr>
          <a:xfrm>
            <a:off x="7292058" y="2734424"/>
            <a:ext cx="0" cy="3238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D8B40D2-CEE0-1585-8696-C1DDBF90AE95}"/>
              </a:ext>
            </a:extLst>
          </p:cNvPr>
          <p:cNvCxnSpPr>
            <a:cxnSpLocks/>
          </p:cNvCxnSpPr>
          <p:nvPr/>
        </p:nvCxnSpPr>
        <p:spPr>
          <a:xfrm>
            <a:off x="7292058" y="3547873"/>
            <a:ext cx="1" cy="1718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C774CAE-CEA3-C754-97BC-47F51F325A6F}"/>
              </a:ext>
            </a:extLst>
          </p:cNvPr>
          <p:cNvCxnSpPr>
            <a:stCxn id="20" idx="7"/>
            <a:endCxn id="20" idx="3"/>
          </p:cNvCxnSpPr>
          <p:nvPr/>
        </p:nvCxnSpPr>
        <p:spPr>
          <a:xfrm flipH="1">
            <a:off x="7119474" y="3146370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CC34ADE-5C77-A19B-1EF6-27D0A4434908}"/>
              </a:ext>
            </a:extLst>
          </p:cNvPr>
          <p:cNvCxnSpPr>
            <a:stCxn id="20" idx="1"/>
            <a:endCxn id="20" idx="5"/>
          </p:cNvCxnSpPr>
          <p:nvPr/>
        </p:nvCxnSpPr>
        <p:spPr>
          <a:xfrm>
            <a:off x="7119474" y="3146370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58FFB1A-CD5C-D878-EAA4-288E2C3B7483}"/>
              </a:ext>
            </a:extLst>
          </p:cNvPr>
          <p:cNvCxnSpPr/>
          <p:nvPr/>
        </p:nvCxnSpPr>
        <p:spPr>
          <a:xfrm>
            <a:off x="1595597" y="1239656"/>
            <a:ext cx="0" cy="4664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F33292B-B4CE-29A0-FDDA-7FA602948105}"/>
              </a:ext>
            </a:extLst>
          </p:cNvPr>
          <p:cNvCxnSpPr/>
          <p:nvPr/>
        </p:nvCxnSpPr>
        <p:spPr>
          <a:xfrm>
            <a:off x="1718336" y="1386942"/>
            <a:ext cx="0" cy="171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BF4A399-AEFC-E886-6CBA-AC8194A5D7EB}"/>
              </a:ext>
            </a:extLst>
          </p:cNvPr>
          <p:cNvCxnSpPr>
            <a:cxnSpLocks/>
          </p:cNvCxnSpPr>
          <p:nvPr/>
        </p:nvCxnSpPr>
        <p:spPr>
          <a:xfrm>
            <a:off x="650513" y="1472859"/>
            <a:ext cx="9450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F9C1108-C170-F166-E1C7-78B7221676D9}"/>
              </a:ext>
            </a:extLst>
          </p:cNvPr>
          <p:cNvCxnSpPr>
            <a:cxnSpLocks/>
          </p:cNvCxnSpPr>
          <p:nvPr/>
        </p:nvCxnSpPr>
        <p:spPr>
          <a:xfrm>
            <a:off x="650513" y="1472859"/>
            <a:ext cx="0" cy="1208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BE6D6232-63F1-472F-955F-604CB45FCACB}"/>
              </a:ext>
            </a:extLst>
          </p:cNvPr>
          <p:cNvSpPr/>
          <p:nvPr/>
        </p:nvSpPr>
        <p:spPr>
          <a:xfrm>
            <a:off x="996911" y="2564798"/>
            <a:ext cx="667514" cy="2401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619CC95-CB3F-5F20-2477-DA1ED38FE3F9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650513" y="2681831"/>
            <a:ext cx="346398" cy="3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:a16="http://schemas.microsoft.com/office/drawing/2014/main" id="{F11D0752-9054-9C32-0AC3-A674F33C2A83}"/>
              </a:ext>
            </a:extLst>
          </p:cNvPr>
          <p:cNvSpPr/>
          <p:nvPr/>
        </p:nvSpPr>
        <p:spPr>
          <a:xfrm>
            <a:off x="2394441" y="2453480"/>
            <a:ext cx="488140" cy="48800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A3ADF06-3E1D-B7AC-7BD4-EE0879251E01}"/>
              </a:ext>
            </a:extLst>
          </p:cNvPr>
          <p:cNvCxnSpPr>
            <a:stCxn id="77" idx="1"/>
            <a:endCxn id="77" idx="5"/>
          </p:cNvCxnSpPr>
          <p:nvPr/>
        </p:nvCxnSpPr>
        <p:spPr>
          <a:xfrm>
            <a:off x="2465927" y="2524947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60380F0-01CD-8602-ABC9-2E86462EB5DF}"/>
              </a:ext>
            </a:extLst>
          </p:cNvPr>
          <p:cNvCxnSpPr>
            <a:stCxn id="77" idx="7"/>
            <a:endCxn id="77" idx="3"/>
          </p:cNvCxnSpPr>
          <p:nvPr/>
        </p:nvCxnSpPr>
        <p:spPr>
          <a:xfrm flipH="1">
            <a:off x="2465927" y="2524947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8E60F301-5175-7977-E050-92E7403E63FD}"/>
              </a:ext>
            </a:extLst>
          </p:cNvPr>
          <p:cNvCxnSpPr>
            <a:cxnSpLocks/>
            <a:stCxn id="73" idx="3"/>
            <a:endCxn id="77" idx="2"/>
          </p:cNvCxnSpPr>
          <p:nvPr/>
        </p:nvCxnSpPr>
        <p:spPr>
          <a:xfrm>
            <a:off x="1664425" y="2684869"/>
            <a:ext cx="730016" cy="126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F453D9E-C93F-BB22-A9E0-485599734340}"/>
              </a:ext>
            </a:extLst>
          </p:cNvPr>
          <p:cNvCxnSpPr/>
          <p:nvPr/>
        </p:nvCxnSpPr>
        <p:spPr>
          <a:xfrm>
            <a:off x="1718336" y="1472859"/>
            <a:ext cx="17490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83AB972-B5D0-DCB6-7215-D0BA38819A14}"/>
              </a:ext>
            </a:extLst>
          </p:cNvPr>
          <p:cNvCxnSpPr>
            <a:cxnSpLocks/>
          </p:cNvCxnSpPr>
          <p:nvPr/>
        </p:nvCxnSpPr>
        <p:spPr>
          <a:xfrm>
            <a:off x="3467356" y="1472859"/>
            <a:ext cx="0" cy="1224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ED804937-B8E6-5221-247D-93B010BA464F}"/>
              </a:ext>
            </a:extLst>
          </p:cNvPr>
          <p:cNvCxnSpPr>
            <a:stCxn id="77" idx="6"/>
          </p:cNvCxnSpPr>
          <p:nvPr/>
        </p:nvCxnSpPr>
        <p:spPr>
          <a:xfrm>
            <a:off x="2882581" y="2697485"/>
            <a:ext cx="5847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2189FCE9-F2D5-12DF-2C16-68BC72178F51}"/>
              </a:ext>
            </a:extLst>
          </p:cNvPr>
          <p:cNvSpPr txBox="1"/>
          <p:nvPr/>
        </p:nvSpPr>
        <p:spPr>
          <a:xfrm>
            <a:off x="2054756" y="2321854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B0D6AF7-0FA7-30FD-E2C9-78C1F497678A}"/>
              </a:ext>
            </a:extLst>
          </p:cNvPr>
          <p:cNvSpPr txBox="1"/>
          <p:nvPr/>
        </p:nvSpPr>
        <p:spPr>
          <a:xfrm>
            <a:off x="2880831" y="2272759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608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59F0-BC5F-EC7A-32BB-AD500D24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7D8F1C-22D9-0BEC-A480-F90325F7C91F}"/>
              </a:ext>
            </a:extLst>
          </p:cNvPr>
          <p:cNvSpPr txBox="1"/>
          <p:nvPr/>
        </p:nvSpPr>
        <p:spPr>
          <a:xfrm>
            <a:off x="105350" y="57436"/>
            <a:ext cx="583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Task1, Step 1, Connect the positive and negative poles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E0C502-0F47-7007-4332-81647FBB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03" y="762041"/>
            <a:ext cx="6276717" cy="42105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64578D4-20B8-C4BF-3113-3120CB4A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219" y="943772"/>
            <a:ext cx="2857500" cy="4467225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3D008F7-2942-54DA-5938-2214446DE8A4}"/>
              </a:ext>
            </a:extLst>
          </p:cNvPr>
          <p:cNvCxnSpPr/>
          <p:nvPr/>
        </p:nvCxnSpPr>
        <p:spPr>
          <a:xfrm flipV="1">
            <a:off x="3307796" y="460827"/>
            <a:ext cx="0" cy="25830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A47244D-C654-2A0A-B0F1-2E8D1A92CDED}"/>
              </a:ext>
            </a:extLst>
          </p:cNvPr>
          <p:cNvCxnSpPr>
            <a:cxnSpLocks/>
          </p:cNvCxnSpPr>
          <p:nvPr/>
        </p:nvCxnSpPr>
        <p:spPr>
          <a:xfrm>
            <a:off x="3307796" y="460827"/>
            <a:ext cx="52593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FB3F31C-B086-BB16-6928-7A081E515392}"/>
              </a:ext>
            </a:extLst>
          </p:cNvPr>
          <p:cNvCxnSpPr/>
          <p:nvPr/>
        </p:nvCxnSpPr>
        <p:spPr>
          <a:xfrm>
            <a:off x="8579404" y="460827"/>
            <a:ext cx="0" cy="8524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9053BC-2DC6-587B-85DA-CE4E7CDF4C3F}"/>
              </a:ext>
            </a:extLst>
          </p:cNvPr>
          <p:cNvCxnSpPr/>
          <p:nvPr/>
        </p:nvCxnSpPr>
        <p:spPr>
          <a:xfrm>
            <a:off x="3129826" y="3043909"/>
            <a:ext cx="177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E8977D-E3BF-92AE-0921-6AA606D28ED5}"/>
              </a:ext>
            </a:extLst>
          </p:cNvPr>
          <p:cNvCxnSpPr>
            <a:cxnSpLocks/>
          </p:cNvCxnSpPr>
          <p:nvPr/>
        </p:nvCxnSpPr>
        <p:spPr>
          <a:xfrm>
            <a:off x="3160510" y="2927307"/>
            <a:ext cx="48604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3125459-3598-70D8-1D87-27EB7CC7FE1D}"/>
              </a:ext>
            </a:extLst>
          </p:cNvPr>
          <p:cNvCxnSpPr>
            <a:cxnSpLocks/>
          </p:cNvCxnSpPr>
          <p:nvPr/>
        </p:nvCxnSpPr>
        <p:spPr>
          <a:xfrm flipV="1">
            <a:off x="8020945" y="1969948"/>
            <a:ext cx="0" cy="9573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41D6444-DFCD-3C86-E6C9-740F3870BE2D}"/>
              </a:ext>
            </a:extLst>
          </p:cNvPr>
          <p:cNvCxnSpPr/>
          <p:nvPr/>
        </p:nvCxnSpPr>
        <p:spPr>
          <a:xfrm>
            <a:off x="8027082" y="1969948"/>
            <a:ext cx="8775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F92D50E-3385-5261-FED9-F103EB271117}"/>
              </a:ext>
            </a:extLst>
          </p:cNvPr>
          <p:cNvCxnSpPr>
            <a:cxnSpLocks/>
          </p:cNvCxnSpPr>
          <p:nvPr/>
        </p:nvCxnSpPr>
        <p:spPr>
          <a:xfrm flipH="1" flipV="1">
            <a:off x="8892387" y="1313299"/>
            <a:ext cx="12273" cy="6566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0AB0D87-4E1B-BC66-8FC0-CC8F1B1BFC45}"/>
              </a:ext>
            </a:extLst>
          </p:cNvPr>
          <p:cNvCxnSpPr/>
          <p:nvPr/>
        </p:nvCxnSpPr>
        <p:spPr>
          <a:xfrm flipH="1">
            <a:off x="8738964" y="1313299"/>
            <a:ext cx="1656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6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5AFD-ECA3-A6AB-739A-4E236776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DFC012A-232D-4F2D-FAFF-7ABA5EF769C2}"/>
              </a:ext>
            </a:extLst>
          </p:cNvPr>
          <p:cNvSpPr txBox="1"/>
          <p:nvPr/>
        </p:nvSpPr>
        <p:spPr>
          <a:xfrm>
            <a:off x="92053" y="233202"/>
            <a:ext cx="579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PRE, Step 2, Connect the thermistor circuit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CBEBEF3-3D24-2A8A-093A-0052DB40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431" b="54367"/>
          <a:stretch>
            <a:fillRect/>
          </a:stretch>
        </p:blipFill>
        <p:spPr>
          <a:xfrm>
            <a:off x="8482325" y="882404"/>
            <a:ext cx="3298462" cy="45773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66C1087-9DAE-3B4C-E295-51B6D21D8B8B}"/>
              </a:ext>
            </a:extLst>
          </p:cNvPr>
          <p:cNvCxnSpPr>
            <a:cxnSpLocks/>
          </p:cNvCxnSpPr>
          <p:nvPr/>
        </p:nvCxnSpPr>
        <p:spPr>
          <a:xfrm>
            <a:off x="10331492" y="1974711"/>
            <a:ext cx="1" cy="1718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4094307-C43D-26A4-698A-8D3EC62C3AE0}"/>
              </a:ext>
            </a:extLst>
          </p:cNvPr>
          <p:cNvCxnSpPr>
            <a:cxnSpLocks/>
          </p:cNvCxnSpPr>
          <p:nvPr/>
        </p:nvCxnSpPr>
        <p:spPr>
          <a:xfrm flipH="1">
            <a:off x="9245401" y="1974711"/>
            <a:ext cx="10860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F5170E7-272B-D1E4-086E-B4AD28AF6541}"/>
              </a:ext>
            </a:extLst>
          </p:cNvPr>
          <p:cNvCxnSpPr>
            <a:cxnSpLocks/>
          </p:cNvCxnSpPr>
          <p:nvPr/>
        </p:nvCxnSpPr>
        <p:spPr>
          <a:xfrm flipH="1">
            <a:off x="8941482" y="2906103"/>
            <a:ext cx="13255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9161416-BC6D-A25D-FFA2-47B6FBAF7563}"/>
              </a:ext>
            </a:extLst>
          </p:cNvPr>
          <p:cNvSpPr txBox="1"/>
          <p:nvPr/>
        </p:nvSpPr>
        <p:spPr>
          <a:xfrm>
            <a:off x="10691639" y="1891734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B214802-A623-36F9-39F8-B34E5C4C022A}"/>
              </a:ext>
            </a:extLst>
          </p:cNvPr>
          <p:cNvSpPr txBox="1"/>
          <p:nvPr/>
        </p:nvSpPr>
        <p:spPr>
          <a:xfrm>
            <a:off x="10817809" y="2587636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D1D0AC-39C8-E46D-614E-73873D06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049" y="674001"/>
            <a:ext cx="6276717" cy="4210538"/>
          </a:xfrm>
          <a:prstGeom prst="rect">
            <a:avLst/>
          </a:prstGeom>
        </p:spPr>
      </p:pic>
      <p:sp>
        <p:nvSpPr>
          <p:cNvPr id="8" name="弦形 7">
            <a:extLst>
              <a:ext uri="{FF2B5EF4-FFF2-40B4-BE49-F238E27FC236}">
                <a16:creationId xmlns:a16="http://schemas.microsoft.com/office/drawing/2014/main" id="{852CADFD-F404-C937-BBF7-05231902FDCD}"/>
              </a:ext>
            </a:extLst>
          </p:cNvPr>
          <p:cNvSpPr/>
          <p:nvPr/>
        </p:nvSpPr>
        <p:spPr>
          <a:xfrm rot="12033396">
            <a:off x="10706399" y="2321293"/>
            <a:ext cx="376051" cy="345072"/>
          </a:xfrm>
          <a:prstGeom prst="chor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EA10D39-55EC-D01C-B854-FD675B6C54A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10601602" y="2164926"/>
            <a:ext cx="218429" cy="165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240B5F0-F687-2367-9678-FFBCC4D89081}"/>
              </a:ext>
            </a:extLst>
          </p:cNvPr>
          <p:cNvCxnSpPr>
            <a:stCxn id="8" idx="2"/>
          </p:cNvCxnSpPr>
          <p:nvPr/>
        </p:nvCxnSpPr>
        <p:spPr>
          <a:xfrm flipH="1" flipV="1">
            <a:off x="10655642" y="2491587"/>
            <a:ext cx="171295" cy="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FCFA852-5BA0-422B-F16E-4DA656D03769}"/>
              </a:ext>
            </a:extLst>
          </p:cNvPr>
          <p:cNvCxnSpPr/>
          <p:nvPr/>
        </p:nvCxnSpPr>
        <p:spPr>
          <a:xfrm flipH="1">
            <a:off x="10655642" y="2675694"/>
            <a:ext cx="164389" cy="1292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6A3D57B-935F-C1CB-EFEA-C230D4C84911}"/>
              </a:ext>
            </a:extLst>
          </p:cNvPr>
          <p:cNvCxnSpPr/>
          <p:nvPr/>
        </p:nvCxnSpPr>
        <p:spPr>
          <a:xfrm>
            <a:off x="3160510" y="3583957"/>
            <a:ext cx="49095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91B797F-A835-CF6E-0924-27DC8385EFDA}"/>
              </a:ext>
            </a:extLst>
          </p:cNvPr>
          <p:cNvCxnSpPr/>
          <p:nvPr/>
        </p:nvCxnSpPr>
        <p:spPr>
          <a:xfrm flipV="1">
            <a:off x="8082314" y="2491587"/>
            <a:ext cx="0" cy="11107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32967C3-82AD-B470-1418-C12B9DDEFF0E}"/>
              </a:ext>
            </a:extLst>
          </p:cNvPr>
          <p:cNvCxnSpPr/>
          <p:nvPr/>
        </p:nvCxnSpPr>
        <p:spPr>
          <a:xfrm>
            <a:off x="8070040" y="2491587"/>
            <a:ext cx="22614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0FB7C9B-17FE-7730-537B-7E383215998F}"/>
              </a:ext>
            </a:extLst>
          </p:cNvPr>
          <p:cNvCxnSpPr/>
          <p:nvPr/>
        </p:nvCxnSpPr>
        <p:spPr>
          <a:xfrm flipV="1">
            <a:off x="10260918" y="2740316"/>
            <a:ext cx="0" cy="15630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F0708DD-0F2F-3322-9373-6FF569F2D92E}"/>
              </a:ext>
            </a:extLst>
          </p:cNvPr>
          <p:cNvSpPr txBox="1"/>
          <p:nvPr/>
        </p:nvSpPr>
        <p:spPr>
          <a:xfrm>
            <a:off x="6218689" y="5165971"/>
            <a:ext cx="1028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+5v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324FD4-16DB-085D-D7EA-6535DDBB7A37}"/>
              </a:ext>
            </a:extLst>
          </p:cNvPr>
          <p:cNvSpPr txBox="1"/>
          <p:nvPr/>
        </p:nvSpPr>
        <p:spPr>
          <a:xfrm>
            <a:off x="6445895" y="6076614"/>
            <a:ext cx="94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GND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弦形 32">
            <a:extLst>
              <a:ext uri="{FF2B5EF4-FFF2-40B4-BE49-F238E27FC236}">
                <a16:creationId xmlns:a16="http://schemas.microsoft.com/office/drawing/2014/main" id="{7FD45225-6491-31A1-D7B0-2C5003164BC0}"/>
              </a:ext>
            </a:extLst>
          </p:cNvPr>
          <p:cNvSpPr/>
          <p:nvPr/>
        </p:nvSpPr>
        <p:spPr>
          <a:xfrm rot="12033396">
            <a:off x="6550692" y="5701704"/>
            <a:ext cx="376051" cy="345072"/>
          </a:xfrm>
          <a:prstGeom prst="chor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474BDD6-14F0-9C4F-181D-C3CDED367CDC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6445895" y="5545337"/>
            <a:ext cx="218429" cy="165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BEA53B-71C9-11DA-22B1-2B3E45FAC72A}"/>
              </a:ext>
            </a:extLst>
          </p:cNvPr>
          <p:cNvCxnSpPr>
            <a:stCxn id="33" idx="2"/>
          </p:cNvCxnSpPr>
          <p:nvPr/>
        </p:nvCxnSpPr>
        <p:spPr>
          <a:xfrm flipH="1" flipV="1">
            <a:off x="6499935" y="5871998"/>
            <a:ext cx="171295" cy="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6DF50CC-ADFD-7249-219D-54726B54F3C2}"/>
              </a:ext>
            </a:extLst>
          </p:cNvPr>
          <p:cNvCxnSpPr/>
          <p:nvPr/>
        </p:nvCxnSpPr>
        <p:spPr>
          <a:xfrm flipH="1">
            <a:off x="6499935" y="6056105"/>
            <a:ext cx="164389" cy="1292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F2E4C648-C471-A012-2949-B90AAADE7199}"/>
              </a:ext>
            </a:extLst>
          </p:cNvPr>
          <p:cNvSpPr txBox="1"/>
          <p:nvPr/>
        </p:nvSpPr>
        <p:spPr>
          <a:xfrm>
            <a:off x="4825864" y="5621293"/>
            <a:ext cx="2090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Analog pin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9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AFEF-27DC-4125-3927-12813F59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CF0ED7-254C-6402-FDE5-27B85C172893}"/>
              </a:ext>
            </a:extLst>
          </p:cNvPr>
          <p:cNvSpPr txBox="1"/>
          <p:nvPr/>
        </p:nvSpPr>
        <p:spPr>
          <a:xfrm>
            <a:off x="147688" y="55762"/>
            <a:ext cx="417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Task2,3, Base on Task 1, add LEDs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52B530-65C3-E695-28A7-1200F206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03" y="762041"/>
            <a:ext cx="6276717" cy="42105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5C1CF2-1925-3F54-F875-06B6EA5C3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219" y="943772"/>
            <a:ext cx="2857500" cy="4467225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C62BF2-81F1-0BFB-6EB6-7B846681901A}"/>
              </a:ext>
            </a:extLst>
          </p:cNvPr>
          <p:cNvCxnSpPr/>
          <p:nvPr/>
        </p:nvCxnSpPr>
        <p:spPr>
          <a:xfrm flipV="1">
            <a:off x="3307796" y="460827"/>
            <a:ext cx="0" cy="25830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6E27C54-4E67-2FF7-D9B3-D019EE17563D}"/>
              </a:ext>
            </a:extLst>
          </p:cNvPr>
          <p:cNvCxnSpPr>
            <a:cxnSpLocks/>
          </p:cNvCxnSpPr>
          <p:nvPr/>
        </p:nvCxnSpPr>
        <p:spPr>
          <a:xfrm>
            <a:off x="3307796" y="460827"/>
            <a:ext cx="52593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B3B493C-8A57-BE1C-77DD-4E46F9594277}"/>
              </a:ext>
            </a:extLst>
          </p:cNvPr>
          <p:cNvCxnSpPr/>
          <p:nvPr/>
        </p:nvCxnSpPr>
        <p:spPr>
          <a:xfrm>
            <a:off x="8579404" y="460827"/>
            <a:ext cx="0" cy="8524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AFA427C-CD58-0EB2-1FB1-D8EC641AAF40}"/>
              </a:ext>
            </a:extLst>
          </p:cNvPr>
          <p:cNvCxnSpPr/>
          <p:nvPr/>
        </p:nvCxnSpPr>
        <p:spPr>
          <a:xfrm>
            <a:off x="3129826" y="3043909"/>
            <a:ext cx="177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34D0F73-1A93-3AFA-7C54-E9EA39D31027}"/>
              </a:ext>
            </a:extLst>
          </p:cNvPr>
          <p:cNvCxnSpPr>
            <a:cxnSpLocks/>
          </p:cNvCxnSpPr>
          <p:nvPr/>
        </p:nvCxnSpPr>
        <p:spPr>
          <a:xfrm>
            <a:off x="3160510" y="2927307"/>
            <a:ext cx="48604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F09A32F-742B-7B02-A271-9F87D8BDCE3C}"/>
              </a:ext>
            </a:extLst>
          </p:cNvPr>
          <p:cNvCxnSpPr>
            <a:cxnSpLocks/>
          </p:cNvCxnSpPr>
          <p:nvPr/>
        </p:nvCxnSpPr>
        <p:spPr>
          <a:xfrm flipV="1">
            <a:off x="8020945" y="1969948"/>
            <a:ext cx="0" cy="9573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589026-C43E-9C96-9F0D-A8B2938805D9}"/>
              </a:ext>
            </a:extLst>
          </p:cNvPr>
          <p:cNvCxnSpPr/>
          <p:nvPr/>
        </p:nvCxnSpPr>
        <p:spPr>
          <a:xfrm>
            <a:off x="8027082" y="1969948"/>
            <a:ext cx="8775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AFE86AF-8A2E-52CF-92AB-F67116E38C4D}"/>
              </a:ext>
            </a:extLst>
          </p:cNvPr>
          <p:cNvCxnSpPr>
            <a:cxnSpLocks/>
          </p:cNvCxnSpPr>
          <p:nvPr/>
        </p:nvCxnSpPr>
        <p:spPr>
          <a:xfrm flipH="1" flipV="1">
            <a:off x="8892387" y="1313299"/>
            <a:ext cx="12273" cy="6566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D7E6CDF-0192-E00E-000B-4547BEB2FE75}"/>
              </a:ext>
            </a:extLst>
          </p:cNvPr>
          <p:cNvCxnSpPr/>
          <p:nvPr/>
        </p:nvCxnSpPr>
        <p:spPr>
          <a:xfrm flipH="1">
            <a:off x="8738964" y="1313299"/>
            <a:ext cx="1656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CDFDF3E-E921-B0E1-FC5E-0B35282A541B}"/>
              </a:ext>
            </a:extLst>
          </p:cNvPr>
          <p:cNvCxnSpPr>
            <a:cxnSpLocks/>
          </p:cNvCxnSpPr>
          <p:nvPr/>
        </p:nvCxnSpPr>
        <p:spPr>
          <a:xfrm>
            <a:off x="3160510" y="3172320"/>
            <a:ext cx="48604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510F5EE-8FBD-97EF-7E3E-6B56F3E5A1C1}"/>
              </a:ext>
            </a:extLst>
          </p:cNvPr>
          <p:cNvCxnSpPr>
            <a:cxnSpLocks/>
          </p:cNvCxnSpPr>
          <p:nvPr/>
        </p:nvCxnSpPr>
        <p:spPr>
          <a:xfrm flipV="1">
            <a:off x="8020945" y="3172320"/>
            <a:ext cx="0" cy="24245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FB12EE-BD89-BC8E-40C4-0E943A9458EE}"/>
              </a:ext>
            </a:extLst>
          </p:cNvPr>
          <p:cNvCxnSpPr>
            <a:cxnSpLocks/>
          </p:cNvCxnSpPr>
          <p:nvPr/>
        </p:nvCxnSpPr>
        <p:spPr>
          <a:xfrm>
            <a:off x="8020945" y="5596864"/>
            <a:ext cx="36402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E098D02-0278-7E20-DC20-8B29AE5B0BB7}"/>
              </a:ext>
            </a:extLst>
          </p:cNvPr>
          <p:cNvCxnSpPr>
            <a:cxnSpLocks/>
          </p:cNvCxnSpPr>
          <p:nvPr/>
        </p:nvCxnSpPr>
        <p:spPr>
          <a:xfrm flipV="1">
            <a:off x="11661157" y="1570026"/>
            <a:ext cx="0" cy="40268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EC1042F-C1AF-7AA0-2B84-8D4A3172CA0A}"/>
              </a:ext>
            </a:extLst>
          </p:cNvPr>
          <p:cNvCxnSpPr>
            <a:cxnSpLocks/>
          </p:cNvCxnSpPr>
          <p:nvPr/>
        </p:nvCxnSpPr>
        <p:spPr>
          <a:xfrm>
            <a:off x="10879724" y="1570026"/>
            <a:ext cx="7814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弦形 18">
            <a:extLst>
              <a:ext uri="{FF2B5EF4-FFF2-40B4-BE49-F238E27FC236}">
                <a16:creationId xmlns:a16="http://schemas.microsoft.com/office/drawing/2014/main" id="{3F47D250-D74F-A154-ABAC-733F7025BA1A}"/>
              </a:ext>
            </a:extLst>
          </p:cNvPr>
          <p:cNvSpPr/>
          <p:nvPr/>
        </p:nvSpPr>
        <p:spPr>
          <a:xfrm rot="12033396">
            <a:off x="9321248" y="3484036"/>
            <a:ext cx="376051" cy="345072"/>
          </a:xfrm>
          <a:prstGeom prst="chor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E9CE062-5649-D5C4-5296-81ED578093B0}"/>
              </a:ext>
            </a:extLst>
          </p:cNvPr>
          <p:cNvCxnSpPr>
            <a:cxnSpLocks/>
          </p:cNvCxnSpPr>
          <p:nvPr/>
        </p:nvCxnSpPr>
        <p:spPr>
          <a:xfrm>
            <a:off x="3129826" y="3662709"/>
            <a:ext cx="59405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E69B63-5A7C-A220-75D3-13809B8590F3}"/>
              </a:ext>
            </a:extLst>
          </p:cNvPr>
          <p:cNvCxnSpPr>
            <a:stCxn id="19" idx="2"/>
          </p:cNvCxnSpPr>
          <p:nvPr/>
        </p:nvCxnSpPr>
        <p:spPr>
          <a:xfrm flipH="1">
            <a:off x="9217643" y="3655512"/>
            <a:ext cx="224143" cy="10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048A6F6-0B2F-AC1F-EA03-74F7BB1B2CCD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9217643" y="3373246"/>
            <a:ext cx="217237" cy="119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3FA7A9F-28F8-40C6-D4E5-858563E8271E}"/>
              </a:ext>
            </a:extLst>
          </p:cNvPr>
          <p:cNvCxnSpPr>
            <a:stCxn id="19" idx="1"/>
          </p:cNvCxnSpPr>
          <p:nvPr/>
        </p:nvCxnSpPr>
        <p:spPr>
          <a:xfrm flipH="1">
            <a:off x="9217643" y="3818122"/>
            <a:ext cx="231048" cy="1217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CE88745-BB6A-5747-F4B4-2D0EB540A170}"/>
              </a:ext>
            </a:extLst>
          </p:cNvPr>
          <p:cNvCxnSpPr>
            <a:cxnSpLocks/>
          </p:cNvCxnSpPr>
          <p:nvPr/>
        </p:nvCxnSpPr>
        <p:spPr>
          <a:xfrm>
            <a:off x="8738964" y="3326207"/>
            <a:ext cx="333566" cy="470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FF48D63-AE3A-41F9-AA66-72FCB025C9DD}"/>
              </a:ext>
            </a:extLst>
          </p:cNvPr>
          <p:cNvCxnSpPr>
            <a:cxnSpLocks/>
          </p:cNvCxnSpPr>
          <p:nvPr/>
        </p:nvCxnSpPr>
        <p:spPr>
          <a:xfrm flipV="1">
            <a:off x="8573267" y="3939898"/>
            <a:ext cx="497090" cy="675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1B3613F7-F55B-F35F-4739-A85E20BFE81F}"/>
              </a:ext>
            </a:extLst>
          </p:cNvPr>
          <p:cNvSpPr txBox="1"/>
          <p:nvPr/>
        </p:nvSpPr>
        <p:spPr>
          <a:xfrm>
            <a:off x="9127524" y="3057008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869200-6903-A3AD-102A-03106E876F92}"/>
              </a:ext>
            </a:extLst>
          </p:cNvPr>
          <p:cNvSpPr txBox="1"/>
          <p:nvPr/>
        </p:nvSpPr>
        <p:spPr>
          <a:xfrm>
            <a:off x="9188194" y="3727950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5F27ED1-0179-94F2-2D42-F3A7CE95653E}"/>
              </a:ext>
            </a:extLst>
          </p:cNvPr>
          <p:cNvSpPr/>
          <p:nvPr/>
        </p:nvSpPr>
        <p:spPr>
          <a:xfrm>
            <a:off x="10059604" y="1549148"/>
            <a:ext cx="138213" cy="406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C72DDDC-C76A-48BC-6A04-6FA60A903117}"/>
              </a:ext>
            </a:extLst>
          </p:cNvPr>
          <p:cNvCxnSpPr>
            <a:stCxn id="42" idx="0"/>
          </p:cNvCxnSpPr>
          <p:nvPr/>
        </p:nvCxnSpPr>
        <p:spPr>
          <a:xfrm flipV="1">
            <a:off x="10128711" y="1368532"/>
            <a:ext cx="9469" cy="1806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EB2D15E-001B-AEDE-6886-87B3DD8A8962}"/>
              </a:ext>
            </a:extLst>
          </p:cNvPr>
          <p:cNvCxnSpPr/>
          <p:nvPr/>
        </p:nvCxnSpPr>
        <p:spPr>
          <a:xfrm>
            <a:off x="10279329" y="1393079"/>
            <a:ext cx="600395" cy="490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396B613E-BAA1-F7BE-60FA-76E9CE654425}"/>
              </a:ext>
            </a:extLst>
          </p:cNvPr>
          <p:cNvSpPr/>
          <p:nvPr/>
        </p:nvSpPr>
        <p:spPr>
          <a:xfrm>
            <a:off x="10111959" y="2179162"/>
            <a:ext cx="349742" cy="32782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710EBB7-B2EA-1EB1-3993-D3898B10EF9A}"/>
              </a:ext>
            </a:extLst>
          </p:cNvPr>
          <p:cNvCxnSpPr>
            <a:cxnSpLocks/>
            <a:stCxn id="47" idx="1"/>
            <a:endCxn id="47" idx="5"/>
          </p:cNvCxnSpPr>
          <p:nvPr/>
        </p:nvCxnSpPr>
        <p:spPr>
          <a:xfrm>
            <a:off x="10163178" y="2227171"/>
            <a:ext cx="247304" cy="231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2459247-53DF-D491-2BB5-4012E734E96C}"/>
              </a:ext>
            </a:extLst>
          </p:cNvPr>
          <p:cNvCxnSpPr>
            <a:cxnSpLocks/>
            <a:stCxn id="47" idx="7"/>
            <a:endCxn id="47" idx="3"/>
          </p:cNvCxnSpPr>
          <p:nvPr/>
        </p:nvCxnSpPr>
        <p:spPr>
          <a:xfrm flipH="1">
            <a:off x="10163178" y="2227171"/>
            <a:ext cx="247304" cy="231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5640FA8-4D34-DEF4-6656-A256498B7CE1}"/>
              </a:ext>
            </a:extLst>
          </p:cNvPr>
          <p:cNvCxnSpPr/>
          <p:nvPr/>
        </p:nvCxnSpPr>
        <p:spPr>
          <a:xfrm>
            <a:off x="10138180" y="1969948"/>
            <a:ext cx="0" cy="859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8C31E36-76EC-6036-6F4F-401B5D1BBB9E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10279329" y="2055866"/>
            <a:ext cx="7501" cy="1232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809B7D0-640E-F370-C4A5-129098B9C631}"/>
              </a:ext>
            </a:extLst>
          </p:cNvPr>
          <p:cNvCxnSpPr>
            <a:cxnSpLocks/>
          </p:cNvCxnSpPr>
          <p:nvPr/>
        </p:nvCxnSpPr>
        <p:spPr>
          <a:xfrm>
            <a:off x="10285998" y="2506990"/>
            <a:ext cx="0" cy="817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FB9717D-DB94-1FF2-2D11-4C725F144A7A}"/>
              </a:ext>
            </a:extLst>
          </p:cNvPr>
          <p:cNvCxnSpPr>
            <a:cxnSpLocks/>
          </p:cNvCxnSpPr>
          <p:nvPr/>
        </p:nvCxnSpPr>
        <p:spPr>
          <a:xfrm flipH="1">
            <a:off x="5541632" y="2588747"/>
            <a:ext cx="4479100" cy="106676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AD0FA5E0-D2EF-B99A-5E17-81C9AB0D2DE1}"/>
              </a:ext>
            </a:extLst>
          </p:cNvPr>
          <p:cNvSpPr/>
          <p:nvPr/>
        </p:nvSpPr>
        <p:spPr>
          <a:xfrm>
            <a:off x="10058579" y="2836877"/>
            <a:ext cx="155970" cy="401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76302F2-380C-1EF0-278C-8EF7D89DCC21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136564" y="2715642"/>
            <a:ext cx="9311" cy="121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C139918-6B46-72AF-DFC7-48AA8164DE4C}"/>
              </a:ext>
            </a:extLst>
          </p:cNvPr>
          <p:cNvCxnSpPr>
            <a:cxnSpLocks/>
          </p:cNvCxnSpPr>
          <p:nvPr/>
        </p:nvCxnSpPr>
        <p:spPr>
          <a:xfrm flipV="1">
            <a:off x="10418741" y="2647382"/>
            <a:ext cx="472922" cy="736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7398A4C5-3339-3E3A-0CB0-53320F3C32C2}"/>
              </a:ext>
            </a:extLst>
          </p:cNvPr>
          <p:cNvSpPr/>
          <p:nvPr/>
        </p:nvSpPr>
        <p:spPr>
          <a:xfrm>
            <a:off x="10104797" y="3466890"/>
            <a:ext cx="332356" cy="2883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5B48E32A-5F27-1577-480B-5E14363C4025}"/>
              </a:ext>
            </a:extLst>
          </p:cNvPr>
          <p:cNvCxnSpPr>
            <a:stCxn id="61" idx="1"/>
            <a:endCxn id="61" idx="5"/>
          </p:cNvCxnSpPr>
          <p:nvPr/>
        </p:nvCxnSpPr>
        <p:spPr>
          <a:xfrm>
            <a:off x="10153469" y="3509122"/>
            <a:ext cx="235012" cy="203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AED8664-47CC-ECBC-23BB-D61A3CEDEEBA}"/>
              </a:ext>
            </a:extLst>
          </p:cNvPr>
          <p:cNvCxnSpPr>
            <a:cxnSpLocks/>
            <a:stCxn id="61" idx="7"/>
            <a:endCxn id="61" idx="3"/>
          </p:cNvCxnSpPr>
          <p:nvPr/>
        </p:nvCxnSpPr>
        <p:spPr>
          <a:xfrm flipH="1">
            <a:off x="10153469" y="3509122"/>
            <a:ext cx="235012" cy="203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7F78350-BA8F-4CEB-F2FB-4EE3FD698AD6}"/>
              </a:ext>
            </a:extLst>
          </p:cNvPr>
          <p:cNvCxnSpPr>
            <a:cxnSpLocks/>
          </p:cNvCxnSpPr>
          <p:nvPr/>
        </p:nvCxnSpPr>
        <p:spPr>
          <a:xfrm flipH="1">
            <a:off x="10128711" y="3257677"/>
            <a:ext cx="8444" cy="10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25568BD-E62D-26D1-9597-2168E3A8C483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10270975" y="3385708"/>
            <a:ext cx="0" cy="8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A92AC9BF-FB16-308F-9C77-EC00F1FFF1EF}"/>
              </a:ext>
            </a:extLst>
          </p:cNvPr>
          <p:cNvCxnSpPr>
            <a:cxnSpLocks/>
          </p:cNvCxnSpPr>
          <p:nvPr/>
        </p:nvCxnSpPr>
        <p:spPr>
          <a:xfrm>
            <a:off x="10285998" y="3750133"/>
            <a:ext cx="0" cy="1481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54A0CD87-DE2D-5CBB-5A03-029C24581911}"/>
              </a:ext>
            </a:extLst>
          </p:cNvPr>
          <p:cNvCxnSpPr>
            <a:cxnSpLocks/>
          </p:cNvCxnSpPr>
          <p:nvPr/>
        </p:nvCxnSpPr>
        <p:spPr>
          <a:xfrm flipH="1" flipV="1">
            <a:off x="9742102" y="3914332"/>
            <a:ext cx="278630" cy="31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A7AA5D71-0363-8829-91FD-AC109AB82507}"/>
              </a:ext>
            </a:extLst>
          </p:cNvPr>
          <p:cNvCxnSpPr>
            <a:cxnSpLocks/>
          </p:cNvCxnSpPr>
          <p:nvPr/>
        </p:nvCxnSpPr>
        <p:spPr>
          <a:xfrm>
            <a:off x="9745910" y="3917459"/>
            <a:ext cx="0" cy="20169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604B208-3AE1-8311-DC24-32AC91B38C91}"/>
              </a:ext>
            </a:extLst>
          </p:cNvPr>
          <p:cNvCxnSpPr/>
          <p:nvPr/>
        </p:nvCxnSpPr>
        <p:spPr>
          <a:xfrm flipH="1">
            <a:off x="7198599" y="5922121"/>
            <a:ext cx="25473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62F08E7-6328-BAE3-FBEC-2E5C2F2AA3D8}"/>
              </a:ext>
            </a:extLst>
          </p:cNvPr>
          <p:cNvCxnSpPr>
            <a:cxnSpLocks/>
          </p:cNvCxnSpPr>
          <p:nvPr/>
        </p:nvCxnSpPr>
        <p:spPr>
          <a:xfrm flipV="1">
            <a:off x="7229283" y="3818122"/>
            <a:ext cx="0" cy="21162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FA1C4AC-4359-0E6A-8EB4-EE47CFA20F5E}"/>
              </a:ext>
            </a:extLst>
          </p:cNvPr>
          <p:cNvCxnSpPr>
            <a:cxnSpLocks/>
          </p:cNvCxnSpPr>
          <p:nvPr/>
        </p:nvCxnSpPr>
        <p:spPr>
          <a:xfrm>
            <a:off x="5541632" y="3818122"/>
            <a:ext cx="16876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49A4545F-51F7-9ACA-2BC0-A9DFF2442446}"/>
              </a:ext>
            </a:extLst>
          </p:cNvPr>
          <p:cNvSpPr/>
          <p:nvPr/>
        </p:nvSpPr>
        <p:spPr>
          <a:xfrm>
            <a:off x="10050725" y="4130646"/>
            <a:ext cx="155970" cy="401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CFB8EF9A-94B9-5512-CF86-FA8FEDD02672}"/>
              </a:ext>
            </a:extLst>
          </p:cNvPr>
          <p:cNvCxnSpPr>
            <a:cxnSpLocks/>
          </p:cNvCxnSpPr>
          <p:nvPr/>
        </p:nvCxnSpPr>
        <p:spPr>
          <a:xfrm flipV="1">
            <a:off x="10263237" y="4007404"/>
            <a:ext cx="616487" cy="575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825327D8-5EE1-EA4E-46BD-46C1AB7ACE7A}"/>
              </a:ext>
            </a:extLst>
          </p:cNvPr>
          <p:cNvSpPr/>
          <p:nvPr/>
        </p:nvSpPr>
        <p:spPr>
          <a:xfrm>
            <a:off x="10122183" y="4773036"/>
            <a:ext cx="332356" cy="28837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5C7A87FA-0537-1EB4-E182-57A66E089763}"/>
              </a:ext>
            </a:extLst>
          </p:cNvPr>
          <p:cNvCxnSpPr>
            <a:stCxn id="93" idx="1"/>
            <a:endCxn id="93" idx="5"/>
          </p:cNvCxnSpPr>
          <p:nvPr/>
        </p:nvCxnSpPr>
        <p:spPr>
          <a:xfrm>
            <a:off x="10170855" y="4815268"/>
            <a:ext cx="235012" cy="203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F0733A5-50AC-2D83-303B-EC3137FD33CD}"/>
              </a:ext>
            </a:extLst>
          </p:cNvPr>
          <p:cNvCxnSpPr>
            <a:cxnSpLocks/>
            <a:stCxn id="93" idx="7"/>
            <a:endCxn id="93" idx="3"/>
          </p:cNvCxnSpPr>
          <p:nvPr/>
        </p:nvCxnSpPr>
        <p:spPr>
          <a:xfrm flipH="1">
            <a:off x="10170855" y="4815268"/>
            <a:ext cx="235012" cy="203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6F472E44-C146-144F-9A69-9D20AD86EF14}"/>
              </a:ext>
            </a:extLst>
          </p:cNvPr>
          <p:cNvCxnSpPr>
            <a:cxnSpLocks/>
          </p:cNvCxnSpPr>
          <p:nvPr/>
        </p:nvCxnSpPr>
        <p:spPr>
          <a:xfrm>
            <a:off x="10123856" y="4551549"/>
            <a:ext cx="4854" cy="179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33039D4-B51B-3CD5-0671-BE103E70D7BA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10288361" y="4691854"/>
            <a:ext cx="0" cy="8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64FDDC9-51BF-805B-6DBC-2B1512F4D72C}"/>
              </a:ext>
            </a:extLst>
          </p:cNvPr>
          <p:cNvCxnSpPr>
            <a:cxnSpLocks/>
          </p:cNvCxnSpPr>
          <p:nvPr/>
        </p:nvCxnSpPr>
        <p:spPr>
          <a:xfrm flipH="1">
            <a:off x="10285998" y="5056279"/>
            <a:ext cx="17386" cy="863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131290EC-46F4-05F5-3A26-9D94D52D1D2A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10128710" y="4041159"/>
            <a:ext cx="18669" cy="894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E60454D2-52D7-3CD7-D682-446D6063F48B}"/>
              </a:ext>
            </a:extLst>
          </p:cNvPr>
          <p:cNvCxnSpPr/>
          <p:nvPr/>
        </p:nvCxnSpPr>
        <p:spPr>
          <a:xfrm flipH="1" flipV="1">
            <a:off x="5541632" y="3914332"/>
            <a:ext cx="4479100" cy="122826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BF974CAF-0970-A986-AF16-08A29E3A0E12}"/>
              </a:ext>
            </a:extLst>
          </p:cNvPr>
          <p:cNvCxnSpPr>
            <a:cxnSpLocks/>
          </p:cNvCxnSpPr>
          <p:nvPr/>
        </p:nvCxnSpPr>
        <p:spPr>
          <a:xfrm>
            <a:off x="1607871" y="5339112"/>
            <a:ext cx="0" cy="1208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BE94E6CD-0828-F69F-88AB-B8ABEF48DD69}"/>
              </a:ext>
            </a:extLst>
          </p:cNvPr>
          <p:cNvSpPr/>
          <p:nvPr/>
        </p:nvSpPr>
        <p:spPr>
          <a:xfrm>
            <a:off x="1954269" y="6431051"/>
            <a:ext cx="667514" cy="2401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28474DA8-5ACB-BB98-4CDC-386C366D1897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1607871" y="6548084"/>
            <a:ext cx="346398" cy="3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椭圆 123">
            <a:extLst>
              <a:ext uri="{FF2B5EF4-FFF2-40B4-BE49-F238E27FC236}">
                <a16:creationId xmlns:a16="http://schemas.microsoft.com/office/drawing/2014/main" id="{D16CA7D4-E4B5-CF1D-0DEB-F802CCB33023}"/>
              </a:ext>
            </a:extLst>
          </p:cNvPr>
          <p:cNvSpPr/>
          <p:nvPr/>
        </p:nvSpPr>
        <p:spPr>
          <a:xfrm>
            <a:off x="3351799" y="6319733"/>
            <a:ext cx="488140" cy="48800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C57EF4BB-CF6D-B67E-319A-4FD9D0A4E958}"/>
              </a:ext>
            </a:extLst>
          </p:cNvPr>
          <p:cNvCxnSpPr>
            <a:stCxn id="124" idx="1"/>
            <a:endCxn id="124" idx="5"/>
          </p:cNvCxnSpPr>
          <p:nvPr/>
        </p:nvCxnSpPr>
        <p:spPr>
          <a:xfrm>
            <a:off x="3423285" y="6391200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21B5518D-2168-DB12-AE9A-34DCC17ADBF3}"/>
              </a:ext>
            </a:extLst>
          </p:cNvPr>
          <p:cNvCxnSpPr>
            <a:stCxn id="124" idx="7"/>
            <a:endCxn id="124" idx="3"/>
          </p:cNvCxnSpPr>
          <p:nvPr/>
        </p:nvCxnSpPr>
        <p:spPr>
          <a:xfrm flipH="1">
            <a:off x="3423285" y="6391200"/>
            <a:ext cx="345168" cy="34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7FFF36A2-6CA1-FA59-429B-6938D78DC6F4}"/>
              </a:ext>
            </a:extLst>
          </p:cNvPr>
          <p:cNvCxnSpPr>
            <a:cxnSpLocks/>
            <a:stCxn id="122" idx="3"/>
            <a:endCxn id="124" idx="2"/>
          </p:cNvCxnSpPr>
          <p:nvPr/>
        </p:nvCxnSpPr>
        <p:spPr>
          <a:xfrm>
            <a:off x="2621783" y="6551122"/>
            <a:ext cx="730016" cy="126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91D3C504-1E52-EBE5-5389-B54739461D03}"/>
              </a:ext>
            </a:extLst>
          </p:cNvPr>
          <p:cNvCxnSpPr>
            <a:cxnSpLocks/>
          </p:cNvCxnSpPr>
          <p:nvPr/>
        </p:nvCxnSpPr>
        <p:spPr>
          <a:xfrm>
            <a:off x="4424714" y="5339112"/>
            <a:ext cx="0" cy="1224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6027F8E0-0CE1-EF9F-BF79-F927EBA433BA}"/>
              </a:ext>
            </a:extLst>
          </p:cNvPr>
          <p:cNvCxnSpPr>
            <a:stCxn id="124" idx="6"/>
          </p:cNvCxnSpPr>
          <p:nvPr/>
        </p:nvCxnSpPr>
        <p:spPr>
          <a:xfrm>
            <a:off x="3839939" y="6563738"/>
            <a:ext cx="5847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1E4451F-2C9B-F6BF-4035-04BB1E959D47}"/>
              </a:ext>
            </a:extLst>
          </p:cNvPr>
          <p:cNvSpPr txBox="1"/>
          <p:nvPr/>
        </p:nvSpPr>
        <p:spPr>
          <a:xfrm>
            <a:off x="3012114" y="6188107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0F68BE2-8FF0-83AA-6EF9-3092C66D46FD}"/>
              </a:ext>
            </a:extLst>
          </p:cNvPr>
          <p:cNvSpPr txBox="1"/>
          <p:nvPr/>
        </p:nvSpPr>
        <p:spPr>
          <a:xfrm>
            <a:off x="3838189" y="6139012"/>
            <a:ext cx="48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E7B162CE-6F5C-1903-D664-648699FF5B18}"/>
              </a:ext>
            </a:extLst>
          </p:cNvPr>
          <p:cNvSpPr/>
          <p:nvPr/>
        </p:nvSpPr>
        <p:spPr>
          <a:xfrm>
            <a:off x="4396901" y="5267756"/>
            <a:ext cx="76910" cy="735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020A5445-B38C-14DD-E12B-A0563467A843}"/>
              </a:ext>
            </a:extLst>
          </p:cNvPr>
          <p:cNvSpPr/>
          <p:nvPr/>
        </p:nvSpPr>
        <p:spPr>
          <a:xfrm>
            <a:off x="1579037" y="5328101"/>
            <a:ext cx="76910" cy="735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D57D69B-9B17-B008-6D7B-C814A563A283}"/>
              </a:ext>
            </a:extLst>
          </p:cNvPr>
          <p:cNvSpPr txBox="1"/>
          <p:nvPr/>
        </p:nvSpPr>
        <p:spPr>
          <a:xfrm>
            <a:off x="3990508" y="4837217"/>
            <a:ext cx="94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GND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25DE702-D081-E3EC-025B-CD521031417C}"/>
              </a:ext>
            </a:extLst>
          </p:cNvPr>
          <p:cNvSpPr txBox="1"/>
          <p:nvPr/>
        </p:nvSpPr>
        <p:spPr>
          <a:xfrm>
            <a:off x="984205" y="4887845"/>
            <a:ext cx="1589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D2/D3/D4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2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70</Words>
  <Application>Microsoft Office PowerPoint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Chunjun Shi</dc:creator>
  <cp:lastModifiedBy>Chunjun Shi</cp:lastModifiedBy>
  <cp:revision>1</cp:revision>
  <dcterms:created xsi:type="dcterms:W3CDTF">2026-03-16T08:37:05Z</dcterms:created>
  <dcterms:modified xsi:type="dcterms:W3CDTF">2026-03-17T06:09:19Z</dcterms:modified>
</cp:coreProperties>
</file>